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 Bold" panose="020B0604020202020204" charset="0"/>
      <p:regular r:id="rId10"/>
    </p:embeddedFont>
    <p:embeddedFont>
      <p:font typeface="Montserrat" panose="00000500000000000000" pitchFamily="2" charset="0"/>
      <p:regular r:id="rId11"/>
    </p:embeddedFont>
    <p:embeddedFont>
      <p:font typeface="Montserrat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5" d="100"/>
          <a:sy n="45" d="100"/>
        </p:scale>
        <p:origin x="1234" y="3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3079E-05A8-49C7-AF13-25943199EBF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D480B-130C-4E96-B9C2-14026CEC1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05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D480B-130C-4E96-B9C2-14026CEC1B4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59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BF430DE-72C4-5CD6-2451-DFDE22C91B3B}"/>
              </a:ext>
            </a:extLst>
          </p:cNvPr>
          <p:cNvSpPr/>
          <p:nvPr/>
        </p:nvSpPr>
        <p:spPr>
          <a:xfrm>
            <a:off x="0" y="9298935"/>
            <a:ext cx="18288000" cy="10674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2"/>
          <p:cNvGrpSpPr/>
          <p:nvPr/>
        </p:nvGrpSpPr>
        <p:grpSpPr>
          <a:xfrm>
            <a:off x="-5320309" y="-10067303"/>
            <a:ext cx="38743107" cy="27528190"/>
            <a:chOff x="0" y="0"/>
            <a:chExt cx="51657476" cy="36704253"/>
          </a:xfrm>
        </p:grpSpPr>
        <p:sp>
          <p:nvSpPr>
            <p:cNvPr id="3" name="TextBox 3"/>
            <p:cNvSpPr txBox="1"/>
            <p:nvPr/>
          </p:nvSpPr>
          <p:spPr>
            <a:xfrm rot="-1557399">
              <a:off x="285326" y="1131064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 rot="-1557399">
              <a:off x="4083323" y="15946367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 rot="-1557399">
              <a:off x="8983196" y="2034276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1557399">
              <a:off x="13168112" y="2471269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1557399">
              <a:off x="22109646" y="488070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1557399">
              <a:off x="27100652" y="9194375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632008" y="3659492"/>
            <a:ext cx="4849897" cy="3701440"/>
            <a:chOff x="0" y="0"/>
            <a:chExt cx="1277339" cy="9748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7339" cy="974865"/>
            </a:xfrm>
            <a:custGeom>
              <a:avLst/>
              <a:gdLst/>
              <a:ahLst/>
              <a:cxnLst/>
              <a:rect l="l" t="t" r="r" b="b"/>
              <a:pathLst>
                <a:path w="1277339" h="974865">
                  <a:moveTo>
                    <a:pt x="81412" y="0"/>
                  </a:moveTo>
                  <a:lnTo>
                    <a:pt x="1195928" y="0"/>
                  </a:lnTo>
                  <a:cubicBezTo>
                    <a:pt x="1240890" y="0"/>
                    <a:pt x="1277339" y="36449"/>
                    <a:pt x="1277339" y="81412"/>
                  </a:cubicBezTo>
                  <a:lnTo>
                    <a:pt x="1277339" y="893453"/>
                  </a:lnTo>
                  <a:cubicBezTo>
                    <a:pt x="1277339" y="915045"/>
                    <a:pt x="1268762" y="935752"/>
                    <a:pt x="1253494" y="951020"/>
                  </a:cubicBezTo>
                  <a:cubicBezTo>
                    <a:pt x="1238227" y="966288"/>
                    <a:pt x="1217519" y="974865"/>
                    <a:pt x="1195928" y="974865"/>
                  </a:cubicBezTo>
                  <a:lnTo>
                    <a:pt x="81412" y="974865"/>
                  </a:lnTo>
                  <a:cubicBezTo>
                    <a:pt x="36449" y="974865"/>
                    <a:pt x="0" y="938416"/>
                    <a:pt x="0" y="893453"/>
                  </a:cubicBezTo>
                  <a:lnTo>
                    <a:pt x="0" y="81412"/>
                  </a:lnTo>
                  <a:cubicBezTo>
                    <a:pt x="0" y="36449"/>
                    <a:pt x="36449" y="0"/>
                    <a:pt x="81412" y="0"/>
                  </a:cubicBezTo>
                  <a:close/>
                </a:path>
              </a:pathLst>
            </a:custGeom>
            <a:solidFill>
              <a:srgbClr val="D9D9D9">
                <a:alpha val="6078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77339" cy="1012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78508" y="332267"/>
            <a:ext cx="14130983" cy="102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Shark Tank Junior Competition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9732" y="1524000"/>
            <a:ext cx="8826667" cy="8019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endParaRPr dirty="0"/>
          </a:p>
          <a:p>
            <a:pPr algn="l">
              <a:lnSpc>
                <a:spcPts val="6299"/>
              </a:lnSpc>
            </a:pPr>
            <a:endParaRPr dirty="0"/>
          </a:p>
          <a:p>
            <a:pPr marL="971550" lvl="1" indent="-485775" algn="l">
              <a:lnSpc>
                <a:spcPts val="5355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NAME</a:t>
            </a:r>
          </a:p>
          <a:p>
            <a:pPr algn="l">
              <a:lnSpc>
                <a:spcPts val="5355"/>
              </a:lnSpc>
            </a:pPr>
            <a:endParaRPr lang="en-US" sz="45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971550" lvl="1" indent="-485775" algn="l">
              <a:lnSpc>
                <a:spcPts val="5355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THEME</a:t>
            </a:r>
          </a:p>
          <a:p>
            <a:pPr algn="l">
              <a:lnSpc>
                <a:spcPts val="5355"/>
              </a:lnSpc>
            </a:pPr>
            <a:endParaRPr lang="en-US" sz="45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971550" lvl="1" indent="-485775" algn="l">
              <a:lnSpc>
                <a:spcPts val="5355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LEADER’S NAME</a:t>
            </a:r>
          </a:p>
          <a:p>
            <a:pPr algn="l">
              <a:lnSpc>
                <a:spcPts val="5355"/>
              </a:lnSpc>
            </a:pPr>
            <a:endParaRPr lang="en-US" sz="45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971550" lvl="1" indent="-485775" algn="l">
              <a:lnSpc>
                <a:spcPts val="5355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MEMBERS’ NAMES</a:t>
            </a:r>
          </a:p>
          <a:p>
            <a:pPr algn="l">
              <a:lnSpc>
                <a:spcPts val="6299"/>
              </a:lnSpc>
            </a:pPr>
            <a:endParaRPr lang="en-US" sz="45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6299"/>
              </a:lnSpc>
            </a:pPr>
            <a:endParaRPr lang="en-US" sz="45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334538" y="-962264"/>
            <a:ext cx="3075261" cy="3194506"/>
          </a:xfrm>
          <a:custGeom>
            <a:avLst/>
            <a:gdLst/>
            <a:ahLst/>
            <a:cxnLst/>
            <a:rect l="l" t="t" r="r" b="b"/>
            <a:pathLst>
              <a:path w="3075261" h="3194506">
                <a:moveTo>
                  <a:pt x="0" y="0"/>
                </a:moveTo>
                <a:lnTo>
                  <a:pt x="3075262" y="0"/>
                </a:lnTo>
                <a:lnTo>
                  <a:pt x="3075262" y="3194506"/>
                </a:lnTo>
                <a:lnTo>
                  <a:pt x="0" y="3194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502253" y="104798"/>
            <a:ext cx="1514095" cy="1597937"/>
          </a:xfrm>
          <a:custGeom>
            <a:avLst/>
            <a:gdLst/>
            <a:ahLst/>
            <a:cxnLst/>
            <a:rect l="l" t="t" r="r" b="b"/>
            <a:pathLst>
              <a:path w="1514095" h="1597937">
                <a:moveTo>
                  <a:pt x="0" y="0"/>
                </a:moveTo>
                <a:lnTo>
                  <a:pt x="1514094" y="0"/>
                </a:lnTo>
                <a:lnTo>
                  <a:pt x="1514094" y="1597937"/>
                </a:lnTo>
                <a:lnTo>
                  <a:pt x="0" y="1597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296721" y="1791870"/>
            <a:ext cx="1694557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13125" y="4482148"/>
            <a:ext cx="3087663" cy="197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YOUR TEAM </a:t>
            </a:r>
          </a:p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 HERE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(Optional)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05600" y="9602616"/>
            <a:ext cx="4168021" cy="50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0"/>
              </a:lnSpc>
              <a:spcBef>
                <a:spcPct val="0"/>
              </a:spcBef>
            </a:pPr>
            <a:r>
              <a:rPr lang="en-US" sz="298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Shark Tank Junior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89385" y="-9084599"/>
            <a:ext cx="38743107" cy="27528190"/>
            <a:chOff x="0" y="0"/>
            <a:chExt cx="51657476" cy="36704253"/>
          </a:xfrm>
        </p:grpSpPr>
        <p:sp>
          <p:nvSpPr>
            <p:cNvPr id="3" name="TextBox 3"/>
            <p:cNvSpPr txBox="1"/>
            <p:nvPr/>
          </p:nvSpPr>
          <p:spPr>
            <a:xfrm rot="-1557399">
              <a:off x="285326" y="1131064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 rot="-1557399">
              <a:off x="4083323" y="15946367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 rot="-1557399">
              <a:off x="8983196" y="2034276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1557399">
              <a:off x="13168112" y="2471269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1557399">
              <a:off x="22109646" y="488070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1557399">
              <a:off x="27100652" y="9194375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-334538" y="-962264"/>
            <a:ext cx="3075261" cy="3194506"/>
          </a:xfrm>
          <a:custGeom>
            <a:avLst/>
            <a:gdLst/>
            <a:ahLst/>
            <a:cxnLst/>
            <a:rect l="l" t="t" r="r" b="b"/>
            <a:pathLst>
              <a:path w="3075261" h="3194506">
                <a:moveTo>
                  <a:pt x="0" y="0"/>
                </a:moveTo>
                <a:lnTo>
                  <a:pt x="3075262" y="0"/>
                </a:lnTo>
                <a:lnTo>
                  <a:pt x="3075262" y="3194506"/>
                </a:lnTo>
                <a:lnTo>
                  <a:pt x="0" y="3194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02253" y="104798"/>
            <a:ext cx="1514095" cy="1597937"/>
          </a:xfrm>
          <a:custGeom>
            <a:avLst/>
            <a:gdLst/>
            <a:ahLst/>
            <a:cxnLst/>
            <a:rect l="l" t="t" r="r" b="b"/>
            <a:pathLst>
              <a:path w="1514095" h="1597937">
                <a:moveTo>
                  <a:pt x="0" y="0"/>
                </a:moveTo>
                <a:lnTo>
                  <a:pt x="1514094" y="0"/>
                </a:lnTo>
                <a:lnTo>
                  <a:pt x="1514094" y="1597937"/>
                </a:lnTo>
                <a:lnTo>
                  <a:pt x="0" y="1597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967314" y="457200"/>
            <a:ext cx="435337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 TITLE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1734" y="2533650"/>
            <a:ext cx="16283583" cy="509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750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 and background of the issue.</a:t>
            </a:r>
          </a:p>
          <a:p>
            <a:pPr marL="971550" lvl="1" indent="-485775" algn="l">
              <a:lnSpc>
                <a:spcPts val="6750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 of specific problem statement.</a:t>
            </a:r>
          </a:p>
          <a:p>
            <a:pPr marL="971550" lvl="1" indent="-485775" algn="l">
              <a:lnSpc>
                <a:spcPts val="6750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Affected stakeholders or target group.</a:t>
            </a:r>
          </a:p>
          <a:p>
            <a:pPr marL="971550" lvl="1" indent="-485775" algn="l">
              <a:lnSpc>
                <a:spcPts val="6750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 of current solutions.</a:t>
            </a:r>
          </a:p>
          <a:p>
            <a:pPr marL="971550" lvl="1" indent="-485775" algn="l">
              <a:lnSpc>
                <a:spcPts val="6750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Innovative and unique aspects of the</a:t>
            </a:r>
          </a:p>
          <a:p>
            <a:pPr algn="l">
              <a:lnSpc>
                <a:spcPts val="6750"/>
              </a:lnSpc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proposed solution.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67077E-4365-B8EB-EAEC-FA0F10D98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66715"/>
            <a:ext cx="18288000" cy="9580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20309" y="-10067303"/>
            <a:ext cx="38743107" cy="27528190"/>
            <a:chOff x="0" y="0"/>
            <a:chExt cx="51657476" cy="36704253"/>
          </a:xfrm>
        </p:grpSpPr>
        <p:sp>
          <p:nvSpPr>
            <p:cNvPr id="3" name="TextBox 3"/>
            <p:cNvSpPr txBox="1"/>
            <p:nvPr/>
          </p:nvSpPr>
          <p:spPr>
            <a:xfrm rot="-1557399">
              <a:off x="285326" y="1131064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 rot="-1557399">
              <a:off x="4083323" y="15946367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 rot="-1557399">
              <a:off x="8983196" y="2034276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1557399">
              <a:off x="13168112" y="2471269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1557399">
              <a:off x="22109646" y="488070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1557399">
              <a:off x="27100652" y="9194375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-334538" y="-962264"/>
            <a:ext cx="3075261" cy="3194506"/>
          </a:xfrm>
          <a:custGeom>
            <a:avLst/>
            <a:gdLst/>
            <a:ahLst/>
            <a:cxnLst/>
            <a:rect l="l" t="t" r="r" b="b"/>
            <a:pathLst>
              <a:path w="3075261" h="3194506">
                <a:moveTo>
                  <a:pt x="0" y="0"/>
                </a:moveTo>
                <a:lnTo>
                  <a:pt x="3075262" y="0"/>
                </a:lnTo>
                <a:lnTo>
                  <a:pt x="3075262" y="3194506"/>
                </a:lnTo>
                <a:lnTo>
                  <a:pt x="0" y="3194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502253" y="104798"/>
            <a:ext cx="1514095" cy="1597937"/>
          </a:xfrm>
          <a:custGeom>
            <a:avLst/>
            <a:gdLst/>
            <a:ahLst/>
            <a:cxnLst/>
            <a:rect l="l" t="t" r="r" b="b"/>
            <a:pathLst>
              <a:path w="1514095" h="1597937">
                <a:moveTo>
                  <a:pt x="0" y="0"/>
                </a:moveTo>
                <a:lnTo>
                  <a:pt x="1514094" y="0"/>
                </a:lnTo>
                <a:lnTo>
                  <a:pt x="1514094" y="1597937"/>
                </a:lnTo>
                <a:lnTo>
                  <a:pt x="0" y="1597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135110" y="323586"/>
            <a:ext cx="8017780" cy="1028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Proposed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124200"/>
            <a:ext cx="17837799" cy="396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Recap 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Solution - </a:t>
            </a:r>
            <a:r>
              <a:rPr lang="en-US" sz="4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(Clear statement of your product)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  - </a:t>
            </a:r>
            <a:r>
              <a:rPr lang="en-US" sz="4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(Key Features of your product)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Works - </a:t>
            </a:r>
            <a:r>
              <a:rPr lang="en-US" sz="4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(Step by Step Flow, Diagram,</a:t>
            </a:r>
          </a:p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Pyramid/ Layered Model, Flowchart)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E2E79F-1088-CD6B-87A3-2F5040EEC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55019"/>
            <a:ext cx="18288000" cy="10212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20309" y="-10067303"/>
            <a:ext cx="38743107" cy="27528190"/>
            <a:chOff x="0" y="0"/>
            <a:chExt cx="51657476" cy="36704253"/>
          </a:xfrm>
        </p:grpSpPr>
        <p:sp>
          <p:nvSpPr>
            <p:cNvPr id="3" name="TextBox 3"/>
            <p:cNvSpPr txBox="1"/>
            <p:nvPr/>
          </p:nvSpPr>
          <p:spPr>
            <a:xfrm rot="-1557399">
              <a:off x="285326" y="1131064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 rot="-1557399">
              <a:off x="4083323" y="15946367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 rot="-1557399">
              <a:off x="8983196" y="2034276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1557399">
              <a:off x="13168112" y="2471269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1557399">
              <a:off x="22109646" y="488070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1557399">
              <a:off x="27100652" y="9194375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-334538" y="-962264"/>
            <a:ext cx="3075261" cy="3194506"/>
          </a:xfrm>
          <a:custGeom>
            <a:avLst/>
            <a:gdLst/>
            <a:ahLst/>
            <a:cxnLst/>
            <a:rect l="l" t="t" r="r" b="b"/>
            <a:pathLst>
              <a:path w="3075261" h="3194506">
                <a:moveTo>
                  <a:pt x="0" y="0"/>
                </a:moveTo>
                <a:lnTo>
                  <a:pt x="3075262" y="0"/>
                </a:lnTo>
                <a:lnTo>
                  <a:pt x="3075262" y="3194506"/>
                </a:lnTo>
                <a:lnTo>
                  <a:pt x="0" y="3194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502253" y="104798"/>
            <a:ext cx="1514095" cy="1597937"/>
          </a:xfrm>
          <a:custGeom>
            <a:avLst/>
            <a:gdLst/>
            <a:ahLst/>
            <a:cxnLst/>
            <a:rect l="l" t="t" r="r" b="b"/>
            <a:pathLst>
              <a:path w="1514095" h="1597937">
                <a:moveTo>
                  <a:pt x="0" y="0"/>
                </a:moveTo>
                <a:lnTo>
                  <a:pt x="1514094" y="0"/>
                </a:lnTo>
                <a:lnTo>
                  <a:pt x="1514094" y="1597937"/>
                </a:lnTo>
                <a:lnTo>
                  <a:pt x="0" y="1597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3524250"/>
            <a:ext cx="14270525" cy="316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Business Model and Distribution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Marketing &amp; Target Audience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Competition &amp; USP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Online + Offline reach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95007" y="259241"/>
            <a:ext cx="1093782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Business, Marketing &amp; USP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50366" y="1489319"/>
            <a:ext cx="13227106" cy="795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(Content expandable </a:t>
            </a:r>
            <a:r>
              <a:rPr lang="en-US" sz="47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upto</a:t>
            </a:r>
            <a:r>
              <a:rPr lang="en-US" sz="47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Two Slides)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5D53EE-F703-F17F-1803-9F5BDC18E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34500"/>
            <a:ext cx="18287999" cy="979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20309" y="-10067303"/>
            <a:ext cx="38743107" cy="27528190"/>
            <a:chOff x="0" y="0"/>
            <a:chExt cx="51657476" cy="36704253"/>
          </a:xfrm>
        </p:grpSpPr>
        <p:sp>
          <p:nvSpPr>
            <p:cNvPr id="3" name="TextBox 3"/>
            <p:cNvSpPr txBox="1"/>
            <p:nvPr/>
          </p:nvSpPr>
          <p:spPr>
            <a:xfrm rot="-1557399">
              <a:off x="285326" y="1131064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 rot="-1557399">
              <a:off x="4083323" y="15946367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 rot="-1557399">
              <a:off x="8983196" y="2034276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1557399">
              <a:off x="13168112" y="2471269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1557399">
              <a:off x="22109646" y="488070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1557399">
              <a:off x="27100652" y="9194375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-334538" y="-962264"/>
            <a:ext cx="3075261" cy="3194506"/>
          </a:xfrm>
          <a:custGeom>
            <a:avLst/>
            <a:gdLst/>
            <a:ahLst/>
            <a:cxnLst/>
            <a:rect l="l" t="t" r="r" b="b"/>
            <a:pathLst>
              <a:path w="3075261" h="3194506">
                <a:moveTo>
                  <a:pt x="0" y="0"/>
                </a:moveTo>
                <a:lnTo>
                  <a:pt x="3075262" y="0"/>
                </a:lnTo>
                <a:lnTo>
                  <a:pt x="3075262" y="3194506"/>
                </a:lnTo>
                <a:lnTo>
                  <a:pt x="0" y="3194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502253" y="104798"/>
            <a:ext cx="1514095" cy="1597937"/>
          </a:xfrm>
          <a:custGeom>
            <a:avLst/>
            <a:gdLst/>
            <a:ahLst/>
            <a:cxnLst/>
            <a:rect l="l" t="t" r="r" b="b"/>
            <a:pathLst>
              <a:path w="1514095" h="1597937">
                <a:moveTo>
                  <a:pt x="0" y="0"/>
                </a:moveTo>
                <a:lnTo>
                  <a:pt x="1514094" y="0"/>
                </a:lnTo>
                <a:lnTo>
                  <a:pt x="1514094" y="1597937"/>
                </a:lnTo>
                <a:lnTo>
                  <a:pt x="0" y="1597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468216" y="674035"/>
            <a:ext cx="1135156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Roadmap and Future Vision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924300"/>
            <a:ext cx="10002441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expansion prospects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adoption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Sustainable growth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6B7500-9089-E3D5-6080-B2299DD72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98936"/>
            <a:ext cx="18288000" cy="997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20309" y="-10067303"/>
            <a:ext cx="38743107" cy="27528190"/>
            <a:chOff x="0" y="0"/>
            <a:chExt cx="51657476" cy="36704253"/>
          </a:xfrm>
        </p:grpSpPr>
        <p:sp>
          <p:nvSpPr>
            <p:cNvPr id="3" name="TextBox 3"/>
            <p:cNvSpPr txBox="1"/>
            <p:nvPr/>
          </p:nvSpPr>
          <p:spPr>
            <a:xfrm rot="-1557399">
              <a:off x="285326" y="1131064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 rot="-1557399">
              <a:off x="4083323" y="15946367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 rot="-1557399">
              <a:off x="8983196" y="2034276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1557399">
              <a:off x="13168112" y="2471269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1557399">
              <a:off x="22109646" y="488070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1557399">
              <a:off x="27100652" y="9194375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-334538" y="-962264"/>
            <a:ext cx="3075261" cy="3194506"/>
          </a:xfrm>
          <a:custGeom>
            <a:avLst/>
            <a:gdLst/>
            <a:ahLst/>
            <a:cxnLst/>
            <a:rect l="l" t="t" r="r" b="b"/>
            <a:pathLst>
              <a:path w="3075261" h="3194506">
                <a:moveTo>
                  <a:pt x="0" y="0"/>
                </a:moveTo>
                <a:lnTo>
                  <a:pt x="3075262" y="0"/>
                </a:lnTo>
                <a:lnTo>
                  <a:pt x="3075262" y="3194506"/>
                </a:lnTo>
                <a:lnTo>
                  <a:pt x="0" y="3194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502253" y="104798"/>
            <a:ext cx="1514095" cy="1597937"/>
          </a:xfrm>
          <a:custGeom>
            <a:avLst/>
            <a:gdLst/>
            <a:ahLst/>
            <a:cxnLst/>
            <a:rect l="l" t="t" r="r" b="b"/>
            <a:pathLst>
              <a:path w="1514095" h="1597937">
                <a:moveTo>
                  <a:pt x="0" y="0"/>
                </a:moveTo>
                <a:lnTo>
                  <a:pt x="1514094" y="0"/>
                </a:lnTo>
                <a:lnTo>
                  <a:pt x="1514094" y="1597937"/>
                </a:lnTo>
                <a:lnTo>
                  <a:pt x="0" y="1597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72470" y="457200"/>
            <a:ext cx="14343059" cy="316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Any additional points or insights you would like to share about your idea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924300"/>
            <a:ext cx="9357836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Scalable and adaptable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 + economic impact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Long-term market potential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8D9457-6C19-D74B-8A55-6C884297C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69302"/>
            <a:ext cx="18288000" cy="1047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20309" y="-10067303"/>
            <a:ext cx="38743107" cy="27528190"/>
            <a:chOff x="0" y="0"/>
            <a:chExt cx="51657476" cy="36704253"/>
          </a:xfrm>
        </p:grpSpPr>
        <p:sp>
          <p:nvSpPr>
            <p:cNvPr id="3" name="TextBox 3"/>
            <p:cNvSpPr txBox="1"/>
            <p:nvPr/>
          </p:nvSpPr>
          <p:spPr>
            <a:xfrm rot="-1557399">
              <a:off x="285326" y="1131064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 rot="-1557399">
              <a:off x="4083323" y="15946367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 rot="-1557399">
              <a:off x="8983196" y="2034276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1557399">
              <a:off x="13168112" y="24712696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 dirty="0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1557399">
              <a:off x="22109646" y="4880701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1557399">
              <a:off x="27100652" y="9194375"/>
              <a:ext cx="24238146" cy="704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E-CELL MANIT E-CELL MANIT E-CELL MANIT E-CELL MANIT 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</a:t>
              </a:r>
            </a:p>
            <a:p>
              <a:pPr algn="l">
                <a:lnSpc>
                  <a:spcPts val="6029"/>
                </a:lnSpc>
              </a:pPr>
              <a:r>
                <a:rPr lang="en-US" sz="4306" b="1">
                  <a:solidFill>
                    <a:srgbClr val="000000">
                      <a:alpha val="2353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E-CELL MANIT E-CELL MANIT E-CELL MANIT E-CELL MANIT E-CELL MANIT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-334538" y="-962264"/>
            <a:ext cx="3075261" cy="3194506"/>
          </a:xfrm>
          <a:custGeom>
            <a:avLst/>
            <a:gdLst/>
            <a:ahLst/>
            <a:cxnLst/>
            <a:rect l="l" t="t" r="r" b="b"/>
            <a:pathLst>
              <a:path w="3075261" h="3194506">
                <a:moveTo>
                  <a:pt x="0" y="0"/>
                </a:moveTo>
                <a:lnTo>
                  <a:pt x="3075262" y="0"/>
                </a:lnTo>
                <a:lnTo>
                  <a:pt x="3075262" y="3194506"/>
                </a:lnTo>
                <a:lnTo>
                  <a:pt x="0" y="3194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502253" y="104798"/>
            <a:ext cx="1514095" cy="1597937"/>
          </a:xfrm>
          <a:custGeom>
            <a:avLst/>
            <a:gdLst/>
            <a:ahLst/>
            <a:cxnLst/>
            <a:rect l="l" t="t" r="r" b="b"/>
            <a:pathLst>
              <a:path w="1514095" h="1597937">
                <a:moveTo>
                  <a:pt x="0" y="0"/>
                </a:moveTo>
                <a:lnTo>
                  <a:pt x="1514094" y="0"/>
                </a:lnTo>
                <a:lnTo>
                  <a:pt x="1514094" y="1597937"/>
                </a:lnTo>
                <a:lnTo>
                  <a:pt x="0" y="1597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53028" y="3430491"/>
            <a:ext cx="14381944" cy="529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658" lvl="1" indent="-301829" algn="l">
              <a:lnSpc>
                <a:spcPts val="4249"/>
              </a:lnSpc>
              <a:buAutoNum type="arabicPeriod"/>
            </a:pPr>
            <a:r>
              <a:rPr lang="en-US" sz="279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Maximum Slide Limit is seven (7) excluding the Title and Thank You slide.</a:t>
            </a:r>
          </a:p>
          <a:p>
            <a:pPr marL="603658" lvl="1" indent="-301829" algn="l">
              <a:lnSpc>
                <a:spcPts val="4249"/>
              </a:lnSpc>
              <a:buAutoNum type="arabicPeriod"/>
            </a:pPr>
            <a:r>
              <a:rPr lang="en-US" sz="279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Present your ideas through points and visuals.</a:t>
            </a:r>
          </a:p>
          <a:p>
            <a:pPr marL="603658" lvl="1" indent="-301829" algn="l">
              <a:lnSpc>
                <a:spcPts val="4249"/>
              </a:lnSpc>
              <a:buAutoNum type="arabicPeriod"/>
            </a:pPr>
            <a:r>
              <a:rPr lang="en-US" sz="279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Keep your explanation precise and easy to understand.</a:t>
            </a:r>
          </a:p>
          <a:p>
            <a:pPr marL="603658" lvl="1" indent="-301829" algn="l">
              <a:lnSpc>
                <a:spcPts val="4249"/>
              </a:lnSpc>
              <a:buAutoNum type="arabicPeriod"/>
            </a:pPr>
            <a:r>
              <a:rPr lang="en-US" sz="279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 idea should be original and unique.</a:t>
            </a:r>
          </a:p>
          <a:p>
            <a:pPr marL="603658" lvl="1" indent="-301829" algn="just">
              <a:lnSpc>
                <a:spcPts val="4249"/>
              </a:lnSpc>
              <a:buAutoNum type="arabicPeriod"/>
            </a:pPr>
            <a:r>
              <a:rPr lang="en-US" sz="279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Only the provided template should be used and the content should be      consistent throughout the presentation with the selected topic.</a:t>
            </a:r>
          </a:p>
          <a:p>
            <a:pPr marL="603658" lvl="1" indent="-301829" algn="l">
              <a:lnSpc>
                <a:spcPts val="4249"/>
              </a:lnSpc>
              <a:buAutoNum type="arabicPeriod"/>
            </a:pPr>
            <a:r>
              <a:rPr lang="en-US" sz="279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Ideation file to be submitted is in PDF format.</a:t>
            </a:r>
          </a:p>
          <a:p>
            <a:pPr marL="603658" lvl="1" indent="-301829" algn="l">
              <a:lnSpc>
                <a:spcPts val="4249"/>
              </a:lnSpc>
              <a:buAutoNum type="arabicPeriod"/>
            </a:pPr>
            <a:r>
              <a:rPr lang="en-US" sz="279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Name your PDF file in the given format: &lt;TeamName</a:t>
            </a:r>
            <a:r>
              <a:rPr lang="en-US" sz="279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_SharkTankJr.</a:t>
            </a:r>
            <a:r>
              <a:rPr lang="en-US" sz="279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pdf&gt;.</a:t>
            </a:r>
          </a:p>
          <a:p>
            <a:pPr algn="l">
              <a:lnSpc>
                <a:spcPts val="4194"/>
              </a:lnSpc>
            </a:pPr>
            <a:endParaRPr lang="en-US" sz="2796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4194"/>
              </a:lnSpc>
            </a:pPr>
            <a:r>
              <a:rPr lang="en-US" sz="279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93922" y="463487"/>
            <a:ext cx="11700154" cy="1028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IMPORTANT INSTRUCTIONS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106" y="2235143"/>
            <a:ext cx="17943787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Please ensure below criteria are met while submitting the Idea PPT: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9577" y="7991873"/>
            <a:ext cx="16308845" cy="114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Note - You can delete this slide (Important Instructions) before uploading the final ppt.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58EE0A-79D6-59A7-7FD7-4C4FA584A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9305527"/>
            <a:ext cx="18287999" cy="981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2440</Words>
  <Application>Microsoft Office PowerPoint</Application>
  <PresentationFormat>Custom</PresentationFormat>
  <Paragraphs>307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Canva Sans Bold</vt:lpstr>
      <vt:lpstr>Arial</vt:lpstr>
      <vt:lpstr>Montserrat</vt:lpstr>
      <vt:lpstr>Montserrat Bold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BPlan Juniors PPT Template</dc:title>
  <dc:creator>Vishaka</dc:creator>
  <cp:lastModifiedBy>prakarti bhawsar</cp:lastModifiedBy>
  <cp:revision>6</cp:revision>
  <dcterms:created xsi:type="dcterms:W3CDTF">2006-08-16T00:00:00Z</dcterms:created>
  <dcterms:modified xsi:type="dcterms:W3CDTF">2026-09-30T15:47:50Z</dcterms:modified>
  <dc:identifier>DAG0KB7XM5g</dc:identifier>
</cp:coreProperties>
</file>